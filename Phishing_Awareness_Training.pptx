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3657600" cy="3200400"/>
          </a:xfrm>
          <a:prstGeom prst="rect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164592" cy="22860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64592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 AWARENESS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20040" y="237744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320040" y="3127248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291840"/>
            <a:ext cx="5943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Farooq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TRAINING MATERIAL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|  INTRODUCTION TO PHISHING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474720"/>
          </a:xfrm>
          <a:prstGeom prst="rect">
            <a:avLst/>
          </a:prstGeom>
          <a:solidFill>
            <a:srgbClr val="1A2744"/>
          </a:solidFill>
          <a:ln w="1905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97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Phishing?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type of cyber attack where criminals impersonate legitimate organizations to steal sensitive information like passwords, credit card numbers, and personal data.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derives from 'fishing' — attackers cast wide 'nets' hoping victims take the bait.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54880" y="960120"/>
            <a:ext cx="4114800" cy="1005840"/>
          </a:xfrm>
          <a:prstGeom prst="rect">
            <a:avLst/>
          </a:prstGeom>
          <a:solidFill>
            <a:srgbClr val="1A2744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960120"/>
            <a:ext cx="109728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0332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3.4B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98348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daily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148840"/>
            <a:ext cx="4114800" cy="100584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214884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22219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983480" y="2651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 phishing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3337560"/>
            <a:ext cx="4114800" cy="1005840"/>
          </a:xfrm>
          <a:prstGeom prst="rect">
            <a:avLst/>
          </a:prstGeom>
          <a:solidFill>
            <a:srgbClr val="1A2744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3337560"/>
            <a:ext cx="109728" cy="10058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34107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$4.9M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983480" y="3840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phishing breach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D60A"/>
                </a:solidFill>
              </a:rPr>
              <a:t>Phishing accounts for 90% of all data breaches worldwide.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|  TYPES OF PHISHING ATTACKS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834640" cy="1737360"/>
          </a:xfrm>
          <a:prstGeom prst="rect">
            <a:avLst/>
          </a:prstGeom>
          <a:solidFill>
            <a:srgbClr val="1A2744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2834640" cy="347472"/>
          </a:xfrm>
          <a:prstGeom prst="rect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966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 Phishing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39903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on specific individuals using personalized info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834640" cy="1737360"/>
          </a:xfrm>
          <a:prstGeom prst="rect">
            <a:avLst/>
          </a:prstGeom>
          <a:solidFill>
            <a:srgbClr val="1A2744"/>
          </a:solidFill>
          <a:ln w="19050">
            <a:solidFill>
              <a:srgbClr val="F77F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960120"/>
            <a:ext cx="2834640" cy="347472"/>
          </a:xfrm>
          <a:prstGeom prst="rect">
            <a:avLst/>
          </a:prstGeom>
          <a:solidFill>
            <a:srgbClr val="F77F00">
              <a:alpha val="80000"/>
            </a:srgbClr>
          </a:solidFill>
          <a:ln w="12700">
            <a:solidFill>
              <a:srgbClr val="F77F00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9966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4408" y="139903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targeting high-level executives (CEOs, CFOs)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834640" cy="173736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60120"/>
            <a:ext cx="2834640" cy="34747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9966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39903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SMS/text messages to mobile devices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2926080"/>
            <a:ext cx="2834640" cy="1737360"/>
          </a:xfrm>
          <a:prstGeom prst="rect">
            <a:avLst/>
          </a:prstGeom>
          <a:solidFill>
            <a:srgbClr val="1A2744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926080"/>
            <a:ext cx="2834640" cy="347472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9626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" y="33649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through phone calls by fake support agents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54680" y="2926080"/>
            <a:ext cx="2834640" cy="1737360"/>
          </a:xfrm>
          <a:prstGeom prst="rect">
            <a:avLst/>
          </a:prstGeom>
          <a:solidFill>
            <a:srgbClr val="1A2744"/>
          </a:solidFill>
          <a:ln w="19050">
            <a:solidFill>
              <a:srgbClr val="7209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4680" y="2926080"/>
            <a:ext cx="2834640" cy="347472"/>
          </a:xfrm>
          <a:prstGeom prst="rect">
            <a:avLst/>
          </a:prstGeom>
          <a:solidFill>
            <a:srgbClr val="7209B7">
              <a:alpha val="80000"/>
            </a:srgbClr>
          </a:solidFill>
          <a:ln w="12700">
            <a:solidFill>
              <a:srgbClr val="7209B7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9626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Phishing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64408" y="33649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 real email with malicious links replacing legitimate ones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834640" cy="1737360"/>
          </a:xfrm>
          <a:prstGeom prst="rect">
            <a:avLst/>
          </a:prstGeom>
          <a:solidFill>
            <a:srgbClr val="1A2744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926080"/>
            <a:ext cx="2834640" cy="347472"/>
          </a:xfrm>
          <a:prstGeom prst="rect">
            <a:avLst/>
          </a:prstGeom>
          <a:solidFill>
            <a:srgbClr val="FFD60A">
              <a:alpha val="80000"/>
            </a:srgbClr>
          </a:solidFill>
          <a:ln w="12700">
            <a:solidFill>
              <a:srgbClr val="FFD60A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96265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33649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users to fake websites even with correct URL typed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92A4"/>
                </a:solidFill>
              </a:rPr>
              <a:t>Each type uses different channels but the goal is always the same: steal your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|  FAKE EMAIL EXAMPLES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solidFill>
            <a:srgbClr val="E9EC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📧  Inbox  |  security-alerts@paypa1-support.com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4173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security@paypa1-support.com  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64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7647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user@company.com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122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1122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PayPal account has been suspended!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50592"/>
            <a:ext cx="859536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14600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detected unusual activity on your PayPal account. Your account access has been temporarily limited.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restore full access, please click the link below and verify your identity within 24 hours or your account will be permanently closed.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➜  http://paypa1-secure-verify.ru/login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comply will result in permanent account suspension.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1417320"/>
            <a:ext cx="1920240" cy="292608"/>
          </a:xfrm>
          <a:prstGeom prst="rect">
            <a:avLst/>
          </a:prstGeom>
          <a:solidFill>
            <a:srgbClr val="E94560">
              <a:alpha val="9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Misspelled domain!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37960" y="2103120"/>
            <a:ext cx="1920240" cy="292608"/>
          </a:xfrm>
          <a:prstGeom prst="rect">
            <a:avLst/>
          </a:prstGeom>
          <a:solidFill>
            <a:srgbClr val="E94560">
              <a:alpha val="9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121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Creates urgency!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37960" y="3931920"/>
            <a:ext cx="1920240" cy="292608"/>
          </a:xfrm>
          <a:prstGeom prst="rect">
            <a:avLst/>
          </a:prstGeom>
          <a:solidFill>
            <a:srgbClr val="E94560">
              <a:alpha val="9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Suspicious URL!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|  FAKE WEBSITE EXAMPLES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3977640"/>
          </a:xfrm>
          <a:prstGeom prst="rect">
            <a:avLst/>
          </a:prstGeom>
          <a:solidFill>
            <a:srgbClr val="F0F0F0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DADADA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60704"/>
            <a:ext cx="182880" cy="18288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060704"/>
            <a:ext cx="182880" cy="18288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060704"/>
            <a:ext cx="182880" cy="18288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024128"/>
            <a:ext cx="62179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04241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http://paypa1-secure-login.com/verify  (NOT SECURE)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8595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00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30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PayPal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8600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your account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60604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2624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phone number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315468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172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79476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070E0"/>
          </a:solidFill>
          <a:ln w="12700">
            <a:solidFill>
              <a:srgbClr val="007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7947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84848" y="1005840"/>
            <a:ext cx="2148840" cy="2926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24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No HTTPS padlock!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84848" y="2286000"/>
            <a:ext cx="2148840" cy="2926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Fake logo &amp; branding!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84848" y="3520440"/>
            <a:ext cx="2148840" cy="2926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Steals your credentials!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|  SOCIAL ENGINEERING TRICKS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E639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051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&amp; Fear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39903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deleted in 24 hours!" — pressure to act fast without thinking.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25196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0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51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&amp; Trust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394960" y="139903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IT, HR, banks or executives to gain compliance.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28600" y="2286000"/>
            <a:ext cx="425196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7209B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606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377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0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 Exploitation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14400" y="27249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have a pending package" or "You've won a prize!" to trigger clicks.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286000"/>
            <a:ext cx="425196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06D6A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060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2377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Familiarity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94960" y="27249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name, employer details, or recent events to appear legitimate.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28600" y="3611880"/>
            <a:ext cx="425196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FFD60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93192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3703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Links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14400" y="405079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a real URL as link text but redirecting to a malicious site.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09160" y="3611880"/>
            <a:ext cx="4251960" cy="1188720"/>
          </a:xfrm>
          <a:prstGeom prst="rect">
            <a:avLst/>
          </a:prstGeom>
          <a:solidFill>
            <a:srgbClr val="1A2744"/>
          </a:solidFill>
          <a:ln w="19050">
            <a:solidFill>
              <a:srgbClr val="F77F0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93192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94960" y="3703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Lookalike Domains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394960" y="405079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paypa1.com, micr0soft.com — nearly identical but fake domains.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|  HOW ATTACKERS FOOL PEOPLE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1005840" cy="10058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91640" y="1444752"/>
            <a:ext cx="457200" cy="7315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94560"/>
            <a:ext cx="146304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collects victim info from social media, LinkedIn, and company websites.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13432" y="1005840"/>
            <a:ext cx="1005840" cy="100584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10712" y="1444752"/>
            <a:ext cx="457200" cy="7315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84832" y="2194560"/>
            <a:ext cx="146304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30552" y="265176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 a convincing email or message mimicking a trusted source.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32504" y="1005840"/>
            <a:ext cx="1005840" cy="1005840"/>
          </a:xfrm>
          <a:prstGeom prst="ellipse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29784" y="1444752"/>
            <a:ext cx="457200" cy="7315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03904" y="2194560"/>
            <a:ext cx="146304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3904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9624" y="265176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phishing email or SMS with a malicious link or attachment.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51576" y="1005840"/>
            <a:ext cx="1005840" cy="10058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51576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848856" y="1444752"/>
            <a:ext cx="457200" cy="7315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22976" y="2194560"/>
            <a:ext cx="146304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68696" y="265176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clicks the link, visits fake site, and enters credentials.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70648" y="1005840"/>
            <a:ext cx="1005840" cy="10058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0648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242048" y="2194560"/>
            <a:ext cx="146304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2240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87768" y="2651760"/>
            <a:ext cx="138988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steals data, gains access, or deploys malware.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|  SIGNS OF A PHISHING EMAIL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61288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112471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("Dear Customer" instead of your name)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51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161288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61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22392" y="1124712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or threats ("Act now or lose access")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1947672"/>
            <a:ext cx="4251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48840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" y="211226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or mismatched URLs (hover before clicking)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1947672"/>
            <a:ext cx="4251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148840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22392" y="2112264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mistakes and poor grammar in the message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2935224"/>
            <a:ext cx="4251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36392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" y="309981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passwords, SSN, or payment info via email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935224"/>
            <a:ext cx="4251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136392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22392" y="3099816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 (.exe, .zip, .docm files)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28600" y="3922776"/>
            <a:ext cx="4251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23944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1832" y="40873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email doesn't match the company domain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09160" y="3922776"/>
            <a:ext cx="4251960" cy="868680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4123944"/>
            <a:ext cx="475488" cy="47548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22392" y="408736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go to non-HTTPS sites or strange domains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|  HOW TO STAY SAFE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09728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15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33272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sender's email address carefully before clicking any links.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" y="1627632"/>
            <a:ext cx="8595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627632"/>
            <a:ext cx="10972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907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700784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on all important accounts.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74320" y="2295144"/>
            <a:ext cx="8595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74320" y="2295144"/>
            <a:ext cx="109728" cy="56692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8658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368296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destination URL before clicking.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274320" y="2962656"/>
            <a:ext cx="8595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74320" y="2962656"/>
            <a:ext cx="109728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5409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035808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antivirus, OS, and browser updated at all times.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274320" y="3630168"/>
            <a:ext cx="8595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74320" y="3630168"/>
            <a:ext cx="109728" cy="566928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2160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05840" y="3703320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your IT/security team immediately.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74320" y="4297680"/>
            <a:ext cx="109728" cy="5669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389120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5840" y="4370832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unique, strong passwords and a password manager.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|  REAL WORLD PHISHING EXAMPLES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07008"/>
          </a:xfrm>
          <a:prstGeom prst="rect">
            <a:avLst/>
          </a:prstGeom>
          <a:solidFill>
            <a:srgbClr val="1A2744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37160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 (2020)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1069848"/>
            <a:ext cx="2651760" cy="320040"/>
          </a:xfrm>
          <a:prstGeom prst="rect">
            <a:avLst/>
          </a:prstGeom>
          <a:solidFill>
            <a:srgbClr val="00B4D8">
              <a:alpha val="75000"/>
            </a:srgbClr>
          </a:solidFill>
          <a:ln w="12700">
            <a:solidFill>
              <a:srgbClr val="00B4D8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0698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$120,000 in Bitcoin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used spear-phishing calls to trick Twitter employees into giving admin credentials. High-profile accounts (Biden, Musk, Gates) were hijacked for a Bitcoin scam.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8595360" cy="1207008"/>
          </a:xfrm>
          <a:prstGeom prst="rect">
            <a:avLst/>
          </a:prstGeom>
          <a:solidFill>
            <a:srgbClr val="1A2744"/>
          </a:solidFill>
          <a:ln w="19050">
            <a:solidFill>
              <a:srgbClr val="FFD6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331720"/>
            <a:ext cx="137160" cy="120700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23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&amp; Facebook (2013–2015)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0" y="2441448"/>
            <a:ext cx="2651760" cy="320040"/>
          </a:xfrm>
          <a:prstGeom prst="rect">
            <a:avLst/>
          </a:prstGeom>
          <a:solidFill>
            <a:srgbClr val="FFD60A">
              <a:alpha val="75000"/>
            </a:srgbClr>
          </a:solidFill>
          <a:ln w="12700">
            <a:solidFill>
              <a:srgbClr val="FFD60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441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$100 Million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Lithuanian hacker sent fake invoices impersonating Quanta Computer (a real vendor). Finance employees at both companies wired over $100M to fraudulent accounts.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703320"/>
            <a:ext cx="8595360" cy="1207008"/>
          </a:xfrm>
          <a:prstGeom prst="rect">
            <a:avLst/>
          </a:prstGeom>
          <a:solidFill>
            <a:srgbClr val="1A2744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703320"/>
            <a:ext cx="137160" cy="1207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94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Sony Pictures (2014)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0" y="3813048"/>
            <a:ext cx="2651760" cy="320040"/>
          </a:xfrm>
          <a:prstGeom prst="rect">
            <a:avLst/>
          </a:prstGeom>
          <a:solidFill>
            <a:srgbClr val="E94560">
              <a:alpha val="75000"/>
            </a:srgbClr>
          </a:solidFill>
          <a:ln w="12700">
            <a:solidFill>
              <a:srgbClr val="E94560">
                <a:alpha val="7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813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Data + $35 Million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spear-phishing emails tricked Sony employees. Attackers gained access to unreleased films, employee data, and confidential emails — massive reputational damage.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|  KNOWLEDGE CHECK — QUIZ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You receive an urgent email from your bank saying your account is locked. What should you do?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62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Click the link in the email immediately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325880"/>
            <a:ext cx="420624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362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Call the bank using the number on their official website ✓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42062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46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Reply to the email with your details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709928"/>
            <a:ext cx="42062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746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Ignore it completely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2331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What is 'Spear Phishing'?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2062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79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 phishing attack using phone calls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2743200"/>
            <a:ext cx="42062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7797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 mass email sent to millions of users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127248"/>
            <a:ext cx="420624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63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A targeted attack using personalized info about the victim 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127248"/>
            <a:ext cx="42062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163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Phishing via SMS messages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37490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Which of these is a red flag in an email?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160520"/>
            <a:ext cx="42062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197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Email from a known colleague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4160520"/>
            <a:ext cx="4206240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4197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Generic greeting with urgent request and suspicious link 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544568"/>
            <a:ext cx="42062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81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Newsletter from a subscribed service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4544568"/>
            <a:ext cx="4206240" cy="347472"/>
          </a:xfrm>
          <a:prstGeom prst="rect">
            <a:avLst/>
          </a:prstGeom>
          <a:solidFill>
            <a:srgbClr val="1A2744"/>
          </a:solidFill>
          <a:ln w="12700">
            <a:solidFill>
              <a:srgbClr val="2D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4581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Invoice from a regular vendor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F3460">
              <a:alpha val="50000"/>
            </a:srgbClr>
          </a:solidFill>
          <a:ln w="12700">
            <a:solidFill>
              <a:srgbClr val="0F346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Stay Protected Online</a:t>
            </a:r>
            <a:endParaRPr lang="en-US" sz="3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91109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 — verify every link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514600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50545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MFA on all your accounts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08960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" y="309981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sender email addresses carefully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703320"/>
            <a:ext cx="347472" cy="3474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" y="369417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to IT immediately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297680"/>
            <a:ext cx="347472" cy="34747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2960" y="428853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update software and passwords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Farooq  |  CodeAlpha Cyber Security Internship  |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Abdullah Farooq</dc:creator>
  <cp:lastModifiedBy>Abdullah Farooq</cp:lastModifiedBy>
  <cp:revision>1</cp:revision>
  <dcterms:created xsi:type="dcterms:W3CDTF">2026-05-19T12:01:21Z</dcterms:created>
  <dcterms:modified xsi:type="dcterms:W3CDTF">2026-05-19T12:01:21Z</dcterms:modified>
</cp:coreProperties>
</file>